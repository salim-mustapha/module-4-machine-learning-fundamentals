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8" y="2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/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11" name="Content Placeholder 7"/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4" name="Content Placeholder 7"/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" y="998547"/>
            <a:ext cx="12015216" cy="4186099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Machine learning</a:t>
            </a:r>
            <a:br>
              <a:rPr lang="en-US" sz="4800" dirty="0"/>
            </a:br>
            <a:br>
              <a:rPr lang="en-US" sz="4800" dirty="0"/>
            </a:br>
            <a:r>
              <a:rPr lang="en-US" sz="4000" b="0" cap="none" dirty="0"/>
              <a:t>Definition and Types</a:t>
            </a:r>
            <a:br>
              <a:rPr lang="en-US" sz="4000" b="0" cap="none" dirty="0"/>
            </a:br>
            <a:br>
              <a:rPr lang="en-US" sz="4000" b="0" cap="none" dirty="0"/>
            </a:br>
            <a:r>
              <a:rPr lang="en-US" sz="2800" b="0" cap="none" dirty="0"/>
              <a:t>By</a:t>
            </a:r>
            <a:br>
              <a:rPr lang="en-US" sz="4000" b="0" cap="none" dirty="0"/>
            </a:br>
            <a:br>
              <a:rPr lang="en-US" sz="4000" b="0" cap="none" dirty="0"/>
            </a:br>
            <a:r>
              <a:rPr lang="en-US" sz="3200" b="0" cap="none" dirty="0"/>
              <a:t>Salim Mustapha</a:t>
            </a:r>
            <a:endParaRPr lang="en-US" sz="3200" b="0" cap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Machine Learning (ML) is a branch of Artificial Intelligence that allows computers to learn from data, identify patterns, and make predictions or decisions without being explicitly programmed for every task.</a:t>
            </a:r>
            <a:endParaRPr lang="en-US" sz="2400" dirty="0"/>
          </a:p>
          <a:p>
            <a:r>
              <a:rPr lang="en-US" sz="2400" dirty="0"/>
              <a:t>Simple Process:</a:t>
            </a:r>
            <a:endParaRPr lang="en-US" sz="2400" dirty="0"/>
          </a:p>
          <a:p>
            <a:r>
              <a:rPr lang="en-US" sz="2400" dirty="0"/>
              <a:t>Data → Learning → Pattern → Prediction/Decision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are </a:t>
            </a:r>
            <a:r>
              <a:rPr lang="en-US" sz="2400" b="1" dirty="0"/>
              <a:t>three major types</a:t>
            </a:r>
            <a:r>
              <a:rPr lang="en-US" sz="2400" dirty="0"/>
              <a:t> of Machine Learning: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Supervised Learning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Unsupervised Learning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Reinforcement Learning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computer learns from </a:t>
            </a:r>
            <a:r>
              <a:rPr lang="en-US" sz="2400" b="1" dirty="0"/>
              <a:t>labelled data</a:t>
            </a:r>
            <a:r>
              <a:rPr lang="en-US" sz="2400" dirty="0"/>
              <a:t>, where the correct answers are already provided.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Training a system with emails labelled </a:t>
            </a:r>
            <a:r>
              <a:rPr lang="en-US" sz="2400" b="1" dirty="0"/>
              <a:t>"Spam"</a:t>
            </a:r>
            <a:r>
              <a:rPr lang="en-US" sz="2400" dirty="0"/>
              <a:t> or </a:t>
            </a:r>
            <a:r>
              <a:rPr lang="en-US" sz="2400" b="1" dirty="0"/>
              <a:t>"Not Spam"</a:t>
            </a:r>
            <a:r>
              <a:rPr lang="en-US" sz="2400" dirty="0"/>
              <a:t> so it can identify new spam emails.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Key idea:</a:t>
            </a:r>
            <a:endParaRPr lang="en-US" sz="2400" dirty="0"/>
          </a:p>
          <a:p>
            <a:r>
              <a:rPr lang="en-US" sz="2400" dirty="0"/>
              <a:t>Learn from examples with known answers.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computer learns from </a:t>
            </a:r>
            <a:r>
              <a:rPr lang="en-US" sz="2400" b="1" dirty="0"/>
              <a:t>unlabelled data</a:t>
            </a:r>
            <a:r>
              <a:rPr lang="en-US" sz="2400" dirty="0"/>
              <a:t> and discovers patterns or groups on its own.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A company groups customers based on their purchasing </a:t>
            </a:r>
            <a:r>
              <a:rPr lang="en-US" sz="2400" dirty="0" err="1"/>
              <a:t>behavior</a:t>
            </a:r>
            <a:r>
              <a:rPr lang="en-US" sz="2400" dirty="0"/>
              <a:t> without knowing the groups beforehand.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Key idea:</a:t>
            </a:r>
            <a:endParaRPr lang="en-US" sz="2400" dirty="0"/>
          </a:p>
          <a:p>
            <a:r>
              <a:rPr lang="en-US" sz="2400" dirty="0"/>
              <a:t>Find hidden patterns in data.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computer learns by </a:t>
            </a:r>
            <a:r>
              <a:rPr lang="en-US" sz="2400" b="1" dirty="0"/>
              <a:t>interacting with an environment</a:t>
            </a:r>
            <a:r>
              <a:rPr lang="en-US" sz="2400" dirty="0"/>
              <a:t> and receiving rewards or penalties for its actions.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A robot learns to navigate a room by receiving a reward for reaching its destination and a penalty for hitting obstacles.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Key idea:</a:t>
            </a:r>
            <a:endParaRPr lang="en-US" sz="2400" dirty="0"/>
          </a:p>
          <a:p>
            <a:r>
              <a:rPr lang="en-US" sz="2400" dirty="0"/>
              <a:t>Learn through trial, error, and feedback.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Machine Learning enables computers to learn and improve from data and experience.</a:t>
            </a:r>
            <a:endParaRPr lang="en-US" sz="2400" dirty="0"/>
          </a:p>
          <a:p>
            <a:r>
              <a:rPr lang="en-US" sz="2400" dirty="0"/>
              <a:t>The three main types are: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Supervised Learning: </a:t>
            </a:r>
            <a:r>
              <a:rPr lang="en-US" sz="2400" dirty="0"/>
              <a:t>learns from labelled examples.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Unsupervised Learning: </a:t>
            </a:r>
            <a:r>
              <a:rPr lang="en-US" sz="2400" dirty="0"/>
              <a:t>discovers patterns in unlabelled data</a:t>
            </a:r>
            <a:r>
              <a:rPr lang="en-US" sz="2400" dirty="0"/>
              <a:t>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Reinforcement Learning: </a:t>
            </a:r>
            <a:r>
              <a:rPr lang="en-US" sz="2400" dirty="0"/>
              <a:t>learns through rewards and penalties.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0</TotalTime>
  <Words>1595</Words>
  <Application>WPS Presentation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Neue Haas Grotesk Text Pro</vt:lpstr>
      <vt:lpstr>Yu Gothic UI</vt:lpstr>
      <vt:lpstr>System Font Regular</vt:lpstr>
      <vt:lpstr>Segoe Print</vt:lpstr>
      <vt:lpstr>Microsoft YaHei</vt:lpstr>
      <vt:lpstr>Arial Unicode MS</vt:lpstr>
      <vt:lpstr>Calibri</vt:lpstr>
      <vt:lpstr>Bjorn</vt:lpstr>
      <vt:lpstr>Machine learning  Definition and Types</vt:lpstr>
      <vt:lpstr>What is Machine Learning?</vt:lpstr>
      <vt:lpstr>Types of Machine Learning</vt:lpstr>
      <vt:lpstr>Supervised Learning</vt:lpstr>
      <vt:lpstr>Unsupervised Learning</vt:lpstr>
      <vt:lpstr>Reinforcement Learning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Mustapha Abdul</dc:creator>
  <cp:lastModifiedBy>musta</cp:lastModifiedBy>
  <cp:revision>3</cp:revision>
  <dcterms:created xsi:type="dcterms:W3CDTF">2026-08-26T23:42:00Z</dcterms:created>
  <dcterms:modified xsi:type="dcterms:W3CDTF">2026-08-27T15:36:16Z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7BF224A5DFD74C6FA62F494FD05246CA_12</vt:lpwstr>
  </property>
  <property fmtid="{D5CDD505-2E9C-101B-9397-08002B2CF9AE}" pid="3" name="KSOProductBuildVer">
    <vt:lpwstr>1033-12.2.0.19805</vt:lpwstr>
  </property>
</Properties>
</file>